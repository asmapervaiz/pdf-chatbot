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PDF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AI/ML Document Q&amp;A — AppLab Assignment</a:t>
            </a:r>
          </a:p>
          <a:p>
            <a:r>
              <a:t>Python • FastAPI • Streamlit •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Build a Python app that answers user questions from uploaded PDFs.</a:t>
            </a:r>
          </a:p>
          <a:p>
            <a:pPr>
              <a:spcAft>
                <a:spcPts val="600"/>
              </a:spcAft>
            </a:pPr>
            <a:r>
              <a:t>Document Upload API: upload PDFs, extract and index text.</a:t>
            </a:r>
          </a:p>
          <a:p>
            <a:pPr>
              <a:spcAft>
                <a:spcPts val="600"/>
              </a:spcAft>
            </a:pPr>
            <a:r>
              <a:t>Chatbot API: ask questions, get answers using NLP/AI (RAG).</a:t>
            </a:r>
          </a:p>
          <a:p>
            <a:pPr>
              <a:spcAft>
                <a:spcPts val="600"/>
              </a:spcAft>
            </a:pPr>
            <a:r>
              <a:t>User interface: upload + chat (Streamlit).</a:t>
            </a:r>
          </a:p>
          <a:p>
            <a:pPr>
              <a:spcAft>
                <a:spcPts val="600"/>
              </a:spcAft>
            </a:pPr>
            <a:r>
              <a:t>Deploy with Docker; maintain clear, documented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Design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Backend: FastAPI (app.main) — REST API only.</a:t>
            </a:r>
          </a:p>
          <a:p>
            <a:pPr>
              <a:spcAft>
                <a:spcPts val="600"/>
              </a:spcAft>
            </a:pPr>
            <a:r>
              <a:t>Document flow: Upload PDF → PyMuPDF extract text → chunk by paragraphs → embed (OpenAI or sentence-transformers) → store in ChromaDB.</a:t>
            </a:r>
          </a:p>
          <a:p>
            <a:pPr>
              <a:spcAft>
                <a:spcPts val="600"/>
              </a:spcAft>
            </a:pPr>
            <a:r>
              <a:t>Chat flow: Question → embed → similarity search (top-k chunks) → build context → LLM (OpenAI or FLAN-T5) → answer + sources.</a:t>
            </a:r>
          </a:p>
          <a:p>
            <a:pPr>
              <a:spcAft>
                <a:spcPts val="600"/>
              </a:spcAft>
            </a:pPr>
            <a:r>
              <a:t>UI: Streamlit (streamlit_app.py) — calls backend APIs (upload, clear, chat/ask).</a:t>
            </a:r>
          </a:p>
          <a:p>
            <a:pPr>
              <a:spcAft>
                <a:spcPts val="600"/>
              </a:spcAft>
            </a:pPr>
            <a:r>
              <a:t>Single command: python run.py starts backend (thread) + Streamlit (subprocess).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&amp; AI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Embeddings: OpenAI text-embedding-3-small (when API key set) or sentence-transformers/all-MiniLM-L6-v2 (local, 384-dim). Separate ChromaDB collection per dim to avoid mismatch.</a:t>
            </a:r>
          </a:p>
          <a:p>
            <a:pPr>
              <a:spcAft>
                <a:spcPts val="600"/>
              </a:spcAft>
            </a:pPr>
            <a:r>
              <a:t>Vector store: ChromaDB — persistent, simple API, good for RAG.</a:t>
            </a:r>
          </a:p>
          <a:p>
            <a:pPr>
              <a:spcAft>
                <a:spcPts val="600"/>
              </a:spcAft>
            </a:pPr>
            <a:r>
              <a:t>Retrieval: top-k similarity + optional query expansion (key phrases from question) for policy-style Q&amp;A.</a:t>
            </a:r>
          </a:p>
          <a:p>
            <a:pPr>
              <a:spcAft>
                <a:spcPts val="600"/>
              </a:spcAft>
            </a:pPr>
            <a:r>
              <a:t>Answer generation: OpenAI gpt-3.5-turbo (if key set) or HuggingFace google/flan-t5-small (local). Prompt instructs model to answer from context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POST /documents/upload — multipart PDF; returns filename, pages_processed, chunks_indexed.</a:t>
            </a:r>
          </a:p>
          <a:p>
            <a:pPr>
              <a:spcAft>
                <a:spcPts val="600"/>
              </a:spcAft>
            </a:pPr>
            <a:r>
              <a:t>GET /documents/status — returns chunks_indexed (for UI/debug).</a:t>
            </a:r>
          </a:p>
          <a:p>
            <a:pPr>
              <a:spcAft>
                <a:spcPts val="600"/>
              </a:spcAft>
            </a:pPr>
            <a:r>
              <a:t>POST /documents/clear — clear vector store.</a:t>
            </a:r>
          </a:p>
          <a:p>
            <a:pPr>
              <a:spcAft>
                <a:spcPts val="600"/>
              </a:spcAft>
            </a:pPr>
            <a:r>
              <a:t>POST /chat/ask — JSON {question}; returns {answer, sources}.</a:t>
            </a:r>
          </a:p>
          <a:p>
            <a:pPr>
              <a:spcAft>
                <a:spcPts val="600"/>
              </a:spcAft>
            </a:pPr>
            <a:r>
              <a:t>GET /health — health check. GET /docs — OpenAPI docs.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Local: python run.py (backend + Streamlit). Open http://localhost:8501 for UI, http://localhost:8000/docs for API.</a:t>
            </a:r>
          </a:p>
          <a:p>
            <a:pPr>
              <a:spcAft>
                <a:spcPts val="600"/>
              </a:spcAft>
            </a:pPr>
            <a:r>
              <a:t>Optional: set OPENAI_API_KEY in .env for OpenAI embeddings and chat.</a:t>
            </a:r>
          </a:p>
          <a:p>
            <a:pPr>
              <a:spcAft>
                <a:spcPts val="600"/>
              </a:spcAft>
            </a:pPr>
            <a:r>
              <a:t>Docker: docker-compose up --build. Volumes: ./uploads, ./data for persistence.</a:t>
            </a:r>
          </a:p>
          <a:p>
            <a:pPr>
              <a:spcAft>
                <a:spcPts val="600"/>
              </a:spcAft>
            </a:pPr>
            <a:r>
              <a:t>If you switch embedding provider, call POST /documents/clear then re-upload PDFs.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app/main.py — FastAPI app, routes, lifespan.</a:t>
            </a:r>
          </a:p>
          <a:p>
            <a:pPr>
              <a:spcAft>
                <a:spcPts val="600"/>
              </a:spcAft>
            </a:pPr>
            <a:r>
              <a:t>app/api/ — documents.py (upload, status, clear), chat.py (ask).</a:t>
            </a:r>
          </a:p>
          <a:p>
            <a:pPr>
              <a:spcAft>
                <a:spcPts val="600"/>
              </a:spcAft>
            </a:pPr>
            <a:r>
              <a:t>app/services/ — pdf_service (extract, chunk), embeddings_service (ChromaDB), chat_service (RAG + LLM).</a:t>
            </a:r>
          </a:p>
          <a:p>
            <a:pPr>
              <a:spcAft>
                <a:spcPts val="600"/>
              </a:spcAft>
            </a:pPr>
            <a:r>
              <a:t>app/config.py — settings; app/models/schemas.py — Pydantic models.</a:t>
            </a:r>
          </a:p>
          <a:p>
            <a:pPr>
              <a:spcAft>
                <a:spcPts val="600"/>
              </a:spcAft>
            </a:pPr>
            <a:r>
              <a:t>streamlit_app.py — Streamlit UI. run.py — single-command launcher.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Demo: Run python run.py → open http://localhost:8501 → upload a PDF → ask questions (e.g. leave policy, password length).</a:t>
            </a:r>
          </a:p>
          <a:p>
            <a:pPr>
              <a:spcAft>
                <a:spcPts val="600"/>
              </a:spcAft>
            </a:pPr>
            <a:r>
              <a:t>Features: paragraph-aware chunking, shared embedding service (upload + chat same index), clear index, optional OpenAI.</a:t>
            </a:r>
          </a:p>
          <a:p>
            <a:pPr>
              <a:spcAft>
                <a:spcPts val="600"/>
              </a:spcAft>
            </a:pPr>
            <a:r>
              <a:t>Deliverables: GitHub repo, Dockerfile, README with setup/API docs, this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